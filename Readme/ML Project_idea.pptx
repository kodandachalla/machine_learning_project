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968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soudnickparvar/brain-tumor-mri-datas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0B3B"/>
          </a:solidFill>
          <a:ln w="12700">
            <a:solidFill>
              <a:srgbClr val="1B0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8229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56032" y="73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MRI Classification (Images)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4754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 (Multiclass classification problem) · Format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256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Kodanda Challa  ·  25727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63789"/>
            <a:ext cx="4133088" cy="347472"/>
          </a:xfrm>
          <a:prstGeom prst="rect">
            <a:avLst/>
          </a:prstGeom>
          <a:solidFill>
            <a:srgbClr val="1B6B1E"/>
          </a:solidFill>
          <a:ln w="12700">
            <a:solidFill>
              <a:srgbClr val="1B6B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56032" y="1363789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SKimage  +  OpenCV  →  Feature Extraction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802701"/>
            <a:ext cx="4133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6032" y="1802701"/>
            <a:ext cx="475488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66928" y="1811845"/>
            <a:ext cx="182880" cy="85039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6032" y="1802701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12641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27818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790253"/>
            <a:ext cx="4133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56032" y="2790253"/>
            <a:ext cx="475488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6928" y="2799397"/>
            <a:ext cx="182880" cy="85039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56032" y="2790253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073717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3777805"/>
            <a:ext cx="4133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56032" y="3777805"/>
            <a:ext cx="475488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66928" y="3786949"/>
            <a:ext cx="182880" cy="85039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56032" y="3777805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B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" y="408412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363789"/>
            <a:ext cx="4133088" cy="347472"/>
          </a:xfrm>
          <a:prstGeom prst="rect">
            <a:avLst/>
          </a:prstGeom>
          <a:solidFill>
            <a:srgbClr val="4A1580"/>
          </a:solidFill>
          <a:ln w="1270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754880" y="1363789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  →  Learns Features Automatically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02701"/>
            <a:ext cx="413308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54880" y="1802701"/>
            <a:ext cx="475488" cy="1353312"/>
          </a:xfrm>
          <a:prstGeom prst="rect">
            <a:avLst/>
          </a:prstGeom>
          <a:solidFill>
            <a:srgbClr val="F3E5FF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65776" y="1811845"/>
            <a:ext cx="182880" cy="1335024"/>
          </a:xfrm>
          <a:prstGeom prst="rect">
            <a:avLst/>
          </a:prstGeom>
          <a:solidFill>
            <a:srgbClr val="F3E5FF"/>
          </a:solidFill>
          <a:ln w="12700">
            <a:solidFill>
              <a:srgbClr val="F3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54880" y="1802701"/>
            <a:ext cx="4754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204044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 +  Grad-CAM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2397061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 auto-extract spatial features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A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 shows model attention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284029"/>
            <a:ext cx="413308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754880" y="3284029"/>
            <a:ext cx="475488" cy="1353312"/>
          </a:xfrm>
          <a:prstGeom prst="rect">
            <a:avLst/>
          </a:prstGeom>
          <a:solidFill>
            <a:srgbClr val="F3E5FF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065776" y="3293173"/>
            <a:ext cx="182880" cy="1335024"/>
          </a:xfrm>
          <a:prstGeom prst="rect">
            <a:avLst/>
          </a:prstGeom>
          <a:solidFill>
            <a:srgbClr val="F3E5FF"/>
          </a:solidFill>
          <a:ln w="12700">
            <a:solidFill>
              <a:srgbClr val="F3E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754880" y="3284029"/>
            <a:ext cx="4754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21808" y="352177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0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Transfer  +  LIME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21808" y="3878389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ImageNet weights transferred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5A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explains patch-level predictions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0B3B"/>
          </a:solidFill>
          <a:ln w="12700">
            <a:solidFill>
              <a:srgbClr val="1B0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>
            <a:hlinkClick r:id="rId3"/>
          </p:cNvPr>
          <p:cNvSpPr/>
          <p:nvPr/>
        </p:nvSpPr>
        <p:spPr>
          <a:xfrm>
            <a:off x="256032" y="4791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C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(7200 Images): </a:t>
            </a:r>
            <a:r>
              <a:rPr lang="en-US" sz="1000" u="sng" dirty="0">
                <a:solidFill>
                  <a:srgbClr val="9999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kaggle.com/datasets/masoudnickparvar/brain-tumor-</a:t>
            </a:r>
            <a:r>
              <a:rPr lang="en-US" sz="1000" u="sng" dirty="0" err="1">
                <a:solidFill>
                  <a:srgbClr val="9999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mri</a:t>
            </a:r>
            <a:r>
              <a:rPr lang="en-US" sz="1000" u="sng" dirty="0">
                <a:solidFill>
                  <a:srgbClr val="9999D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-dataset</a:t>
            </a:r>
            <a:endParaRPr lang="en-US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EF3458-E949-7FDD-C373-3CCE49603BDF}"/>
              </a:ext>
            </a:extLst>
          </p:cNvPr>
          <p:cNvSpPr txBox="1"/>
          <p:nvPr/>
        </p:nvSpPr>
        <p:spPr>
          <a:xfrm>
            <a:off x="280534" y="896112"/>
            <a:ext cx="457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Train and compare classification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On-screen Show (16:9)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Kodanda Challa</cp:lastModifiedBy>
  <cp:revision>4</cp:revision>
  <dcterms:created xsi:type="dcterms:W3CDTF">2026-04-30T07:32:23Z</dcterms:created>
  <dcterms:modified xsi:type="dcterms:W3CDTF">2026-04-30T10:51:38Z</dcterms:modified>
</cp:coreProperties>
</file>